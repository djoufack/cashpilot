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972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Grand écran</PresentationFormat>
  <Paragraphs>19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Georges Eric Djoufack</cp:lastModifiedBy>
  <cp:revision>2</cp:revision>
  <dcterms:created xsi:type="dcterms:W3CDTF">2026-03-08T00:46:24Z</dcterms:created>
  <dcterms:modified xsi:type="dcterms:W3CDTF">2026-03-08T00:48:14Z</dcterms:modified>
</cp:coreProperties>
</file>