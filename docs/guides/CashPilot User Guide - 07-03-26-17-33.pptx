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74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3423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493</TotalTime>
  <Words>19</Words>
  <Application>Microsoft Office PowerPoint</Application>
  <PresentationFormat>Grand écran</PresentationFormat>
  <Paragraphs>19</Paragraphs>
  <Slides>19</Slides>
  <Notes>19</Notes>
  <HiddenSlides>0</HiddenSlides>
  <MMClips>0</MMClips>
  <ScaleCrop>false</ScaleCrop>
  <HeadingPairs>
    <vt:vector size="6" baseType="variant">
      <vt:variant>
        <vt:lpstr>Polices utilisées</vt:lpstr>
      </vt:variant>
      <vt:variant>
        <vt:i4>1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1" baseType="lpstr"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Georges Eric Djoufack</cp:lastModifiedBy>
  <cp:revision>2</cp:revision>
  <dcterms:created xsi:type="dcterms:W3CDTF">2026-03-07T16:33:01Z</dcterms:created>
  <dcterms:modified xsi:type="dcterms:W3CDTF">2026-03-08T00:48:21Z</dcterms:modified>
</cp:coreProperties>
</file>