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SAP dans CashPilot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AAC8FF"/>
                </a:solidFill>
              </a:rPr>
              <a:t>Presentation + user guide operationnel pour debutants en comptabilite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Ce que vous allez trouver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 quoi sert le module SAP dans CashPilot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Quand l'utiliser dans la vie reelle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10 cas d'usage concrets et actionnables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Parcours accessible pour novices en FR, EN et NL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La plus-value business pour l'entreprise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SAP Cockpit • Version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Positionnement SAP dans CashPilot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Definition claire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Ce n'est pas un ERP SAP complet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C'est un cockpit de maturite finance/comptabilite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Il structure FI, CO, AA, Consolidation et Close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Il est utilisable en FR, EN et NL dans CashPilot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Il guide les actions via une roadmap mesurable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Quand utiliser le cockpit SAP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Moments clefs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Au demarrage d'une nouvelle societe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En revue hebdomadaire ou mensuelle CFO/compta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Avant la cloture de periode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Pendant une transformation finance multi-entites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Pour onboarder des utilisateurs non-comptables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Plus-value SAP pour CashPilot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Valeur operationnelle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Vision unique des priorites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Execution guidee via workstreams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Suivi factuel par score et statut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Reduction des blocages et retards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Valeur humaine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Lecture simplifiee pour novices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Alignement CFO, compta, ops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Moins de dependance a l'expert unique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Montee en competence plus rapide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1: Demarrage d'une nouvelle societe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La societe part de zero et doit fiabiliser sa base comptable rapidement.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Prioriser FI dans le cockpit, creer workstreams sur plan comptable, mappings et ecritures initiales.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Base comptable exploitable des le premier cycle de pilotage.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Score FI, total done, reduction des workstreams planned.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2: Stabilisation des ecritures 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Incoherences entre pieces et ecritures, difficultes de suivi.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Analyser metriques FI puis traiter les actions bloquees/overdue en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Qualite des ecritures amelioree et meilleure fiabilite du reporting.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Entries, last entry, baisse des workstreams blocked.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3: Mise en place du controlling 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Absence d'axes analytiques pour suivre la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Activer CO, definir axes et deployer les regles analytiques par workstreams.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Lecture des couts et marges par axe metier.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Axes analytiques, score CO, taux de completion des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4: Structuration des immobilisations 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Les actifs sont suivis en dehors du systeme.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Lancer module AA, inventorier les actifs et planifier la reprise en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Gestion des immobilisations centralisee et traçable.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Assets count, score AA, workstreams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5: Preparation de cloture periodique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Clotures tardives et charge de fin de mois trop elevee.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Utiliser module Close pour orchestrer checklist et dependances.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Cloture plus predicible et reduction des retards.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Closures, latest closure, overdue proche de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6: Preparation audit interne/externe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Besoin de preuves de pilotage et de conformite.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Presenter score global, statuts modules et roadmap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Narratif d'audit clair avec traces de progression.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Global score, ratio done/blocked, historique generatedAt.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7: Pilotage multi-societes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Croissance du groupe et complexite intercompany.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Piloter module Consolidation et relier portfolios/members.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Vision groupe harmonisee et meilleure maitrise des interco.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Portfolios, members, score Consolidation.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8: Arbitrage capacite equipe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Trop d'initiatives en parallele sans priorisation robuste.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Trier workstreams par statut, priorite et overdue dans le cockpit.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Roadmap realiste et sequence d'execution defendable.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Blocked, overdue, completion_pct.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9: Onboarding d'un profil non-comptable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Un nouveau collaborateur doit contribuer aux flux finance.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Parcours guide via bulles info + modules + actions roadmap simples.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Autonomie rapide sans surcharge de jargon technique.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Temps d'onboarding, erreurs operationnelles, done par sprint.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Cas d'usage 10: Revue mensuelle de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Direction souhaite un etat de progression finance lisible.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Action dans le cockpit 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5146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Utiliser cockpit comme support de comite: score, risques, plan suivant.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Resultat attendu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Decisions plus rapides et alignement transversal.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Indicateurs: Global score, top 3 risques, plan du mois suivant valide.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Module SAP • Guide Novices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Synthese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D666"/>
                </a:solidFill>
              </a:rPr>
              <a:t>Message 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Le cockpit SAP de CashPilot transforme des modules comptables en execution guidee.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Il facilite l'adoption des novices tout en restant utile aux experts.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Il relie lecture KPI, priorisation roadmap et action operationnelle.</a:t>
            </a:r>
          </a:p>
          <a:p>
            <a:pPr>
              <a:spcAft>
                <a:spcPts val="1000"/>
              </a:spcAft>
              <a:defRPr sz="1800">
                <a:solidFill>
                  <a:srgbClr val="E8F0FF"/>
                </a:solidFill>
              </a:defRPr>
            </a:pPr>
            <a:r>
              <a:t>Resultat: meilleure cadence de progression et meilleure qualite de pilotage.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CA0BE"/>
                </a:solidFill>
              </a:rPr>
              <a:t>CashPilot • 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